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7DiCAWxx5NJ7g0o4QMbfcokxf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youtu.be/e4ax90XmUBc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 to Computer Programming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By Dr Shantanu Pathak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a Computer?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0" y="1600200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Machine used for computations ( mobiles, pcs, laptops, tabs etc)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Basic components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CPU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Memory (RAM, ROM)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Input Output Devices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Hard disk/SSD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USB</a:t>
            </a:r>
            <a:endParaRPr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2362200"/>
            <a:ext cx="48768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Programming?</a:t>
            </a:r>
            <a:endParaRPr/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457200" y="14478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Process of instructing computer to perform some tasks using a set of predefined instructions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u="sng"/>
              <a:t>Program</a:t>
            </a:r>
            <a:r>
              <a:rPr lang="en-US"/>
              <a:t> : is user defined sequence of predefined instructions and variables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u="sng"/>
              <a:t>Instruction </a:t>
            </a:r>
            <a:r>
              <a:rPr lang="en-US"/>
              <a:t>: is predefined task CPU can perform (ex addition, subtraction, etc)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u="sng"/>
              <a:t>Variable </a:t>
            </a:r>
            <a:r>
              <a:rPr lang="en-US"/>
              <a:t>: is memory storage for various values used in a program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Programming Language?</a:t>
            </a:r>
            <a:endParaRPr/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It is used to write sequence of instructions i..e a program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u="sng"/>
              <a:t>Levels of Programming Languages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Machine Level (Byte code, Opcodes)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 CPU understandable format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Uses ONLY binary format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Difficult for humans in understand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High Level ( C, C++, Python, JAVA, etc)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Easy for humans to write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Cannot be directly understood by CPU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a computer program works?</a:t>
            </a:r>
            <a:endParaRPr/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457200" y="12954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Program contains instructions and variables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Program is stored in memory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CPU takes one instruction (opcode) at a time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CPU uses required variables for that instruction and generates output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Output is stored in a variable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Then CPU takes next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no instructions further available then program completes (terminates successfully)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there is an Error then program terminates with error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a computer program works?</a:t>
            </a:r>
            <a:endParaRPr/>
          </a:p>
        </p:txBody>
      </p:sp>
      <p:sp>
        <p:nvSpPr>
          <p:cNvPr id="116" name="Google Shape;116;p6"/>
          <p:cNvSpPr txBox="1"/>
          <p:nvPr>
            <p:ph idx="1" type="body"/>
          </p:nvPr>
        </p:nvSpPr>
        <p:spPr>
          <a:xfrm>
            <a:off x="228600" y="1600200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Graphical representation of program is executed by CPU using RAM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How CPU runs opcodes one by one?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How CPU stores variables in RAM (Stack and Heap)?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How to convert high level program to machine level?</a:t>
            </a:r>
            <a:endParaRPr/>
          </a:p>
        </p:txBody>
      </p:sp>
      <p:sp>
        <p:nvSpPr>
          <p:cNvPr id="122" name="Google Shape;122;p7"/>
          <p:cNvSpPr txBox="1"/>
          <p:nvPr>
            <p:ph idx="1" type="body"/>
          </p:nvPr>
        </p:nvSpPr>
        <p:spPr>
          <a:xfrm>
            <a:off x="228600" y="1143000"/>
            <a:ext cx="86868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High level program (Python, JAVA, C, C++, etc) needs to be converted to byte code (opcode) which is understood by the CPU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Interpreted language</a:t>
            </a:r>
            <a:r>
              <a:rPr lang="en-US"/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Convert and execute program line by line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Linux script (.sh)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Compiled Language</a:t>
            </a:r>
            <a:r>
              <a:rPr lang="en-US"/>
              <a:t>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Convert complete program and then execute complete program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Compile and Interpreted</a:t>
            </a:r>
            <a:r>
              <a:rPr lang="en-US"/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First complete program is converted to </a:t>
            </a:r>
            <a:r>
              <a:rPr b="1" i="1" lang="en-US"/>
              <a:t>byte code</a:t>
            </a:r>
            <a:r>
              <a:rPr lang="en-US"/>
              <a:t>. This byte code is stored in way it </a:t>
            </a:r>
            <a:r>
              <a:rPr b="1" lang="en-US"/>
              <a:t>can be executed on any machine</a:t>
            </a:r>
            <a:r>
              <a:rPr lang="en-US"/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Then byte code is interpreted line by line.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Python, JAVA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How to convert high level program to machine level?</a:t>
            </a:r>
            <a:endParaRPr/>
          </a:p>
        </p:txBody>
      </p:sp>
      <p:sp>
        <p:nvSpPr>
          <p:cNvPr id="128" name="Google Shape;128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Graphical representation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Animation: Interpreter vs Compiler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https://youtu.be/e4ax90XmUBc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Compiler vs Interpreter</a:t>
            </a:r>
            <a:endParaRPr/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Home work: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Write difference between the two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Which is best 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Both have their own advantages and disadvantages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Modern days, compiled and interpreted languages are used which combines best from both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How to verify if program is running correctly? 🡪 Testing</a:t>
            </a:r>
            <a:endParaRPr/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457200" y="1600200"/>
            <a:ext cx="8229600" cy="5029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Testing is important part of programming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Checking program for various types of inputs is input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Basic functionality is running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Where program is running correctly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Where program fails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So, we create test cases i..e for given input what is output expected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If the program returns expected output then test case is passed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Program to check if number is prime or not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Test Case 1:  input : 2   =&gt; output : prime  🡪 test case pass</a:t>
            </a:r>
            <a:endParaRPr/>
          </a:p>
          <a:p>
            <a:pPr indent="-32258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Test Case 2:  input : 0   =&gt; output : Error -&gt; test case fail   (Expected output : </a:t>
            </a:r>
            <a:r>
              <a:rPr lang="en-US" sz="1804">
                <a:latin typeface="Arial"/>
                <a:ea typeface="Arial"/>
                <a:cs typeface="Arial"/>
                <a:sym typeface="Arial"/>
              </a:rPr>
              <a:t>A prime number (or a prime) is </a:t>
            </a:r>
            <a:r>
              <a:rPr i="1" lang="en-US" sz="1804">
                <a:latin typeface="Arial"/>
                <a:ea typeface="Arial"/>
                <a:cs typeface="Arial"/>
                <a:sym typeface="Arial"/>
              </a:rPr>
              <a:t>a natural number greater than 1 that is not a product of two smaller natural numbers</a:t>
            </a:r>
            <a:r>
              <a:rPr lang="en-US"/>
              <a:t>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Types (Paradigm) of Programming Languages</a:t>
            </a:r>
            <a:endParaRPr/>
          </a:p>
        </p:txBody>
      </p:sp>
      <p:sp>
        <p:nvSpPr>
          <p:cNvPr id="146" name="Google Shape;146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Procedural Programming paradigm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Object Oriented Programming (OOP) paradigm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Functional Programming paradigm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And many others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Structured, reflective, logic, etc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 sz="2800"/>
              <a:t>NOTE: paradigm means pattern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Programming Paradigms</a:t>
            </a:r>
            <a:endParaRPr/>
          </a:p>
        </p:txBody>
      </p:sp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457200" y="1219200"/>
            <a:ext cx="8229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Procedural Programming Paradigm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Programmer gives sequence of instructions to be executed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These instructions are grouped into procedures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Ex. C program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Object Oriented Programming Paradigm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Here data ( state ) and procedures (instructions) work together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An object maintains its state ( data) and based on state methods ( procedures) they work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Ex.  C++ class and object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Programming Paradigms</a:t>
            </a:r>
            <a:endParaRPr/>
          </a:p>
        </p:txBody>
      </p:sp>
      <p:sp>
        <p:nvSpPr>
          <p:cNvPr id="158" name="Google Shape;158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Functional Programming Paradigm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There are functions defined which map input to other values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Sequence of functions can be applied on a given input one after the other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Working of functions ONLY depends on inputs and no state is maintained (no global variables)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Ex. Common Lisp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cdacstaff</dc:creator>
</cp:coreProperties>
</file>