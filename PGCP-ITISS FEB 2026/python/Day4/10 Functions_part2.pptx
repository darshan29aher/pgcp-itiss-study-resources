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yFPBXMxAdv76XzyFqihirrMJJ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Functions in Python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By 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533400" y="2819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Part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Variable Scope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2766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python program maintains values of variables ?</a:t>
            </a:r>
            <a:endParaRPr/>
          </a:p>
          <a:p>
            <a:pPr indent="-277176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globals() : for global variables</a:t>
            </a:r>
            <a:endParaRPr/>
          </a:p>
          <a:p>
            <a:pPr indent="-277176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locals() : for variables inside function</a:t>
            </a:r>
            <a:endParaRPr/>
          </a:p>
          <a:p>
            <a:pPr indent="-32766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value of a variable is searched ?</a:t>
            </a:r>
            <a:endParaRPr/>
          </a:p>
          <a:p>
            <a:pPr indent="-277176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local scope, non local scope, global scope</a:t>
            </a:r>
            <a:endParaRPr/>
          </a:p>
          <a:p>
            <a:pPr indent="-32766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What happens if two functions use same variable name ?</a:t>
            </a:r>
            <a:endParaRPr/>
          </a:p>
          <a:p>
            <a:pPr indent="-272415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Ex. add() and subtract() both using result variable</a:t>
            </a:r>
            <a:endParaRPr/>
          </a:p>
          <a:p>
            <a:pPr indent="-272415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By Using scope of the variable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228600"/>
            <a:ext cx="8229600" cy="731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Variable Scope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228600" y="960438"/>
            <a:ext cx="8686800" cy="574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is also known as </a:t>
            </a:r>
            <a:r>
              <a:rPr b="1" lang="en-US"/>
              <a:t>lifetime</a:t>
            </a:r>
            <a:r>
              <a:rPr lang="en-US"/>
              <a:t> of a variable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Local Scope :: Only inside the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Cannot be accessed after the 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Can be changed only inside the function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Global Scope :: Can be accessed anywhere in current script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Can be changed anywhere in the script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 add function with local and global variable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457200" y="76200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Variable Scope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457200" y="1066800"/>
            <a:ext cx="8229600" cy="5410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Why NOT to use global variables?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They can be modified anywhere, so un-intentionally may be modified somewhere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Code using global variable may not work in other script (not portable code)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How to access(read) value and modify(write) value of global variable inside function?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Only access value is directly allowed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To modify ( write) a global variable needs use of “</a:t>
            </a:r>
            <a:r>
              <a:rPr b="1" lang="en-US"/>
              <a:t>global</a:t>
            </a:r>
            <a:r>
              <a:rPr lang="en-US"/>
              <a:t>” </a:t>
            </a:r>
            <a:r>
              <a:rPr b="1" lang="en-US"/>
              <a:t>keyword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Python makes use of this syntax to remind programmer that a global variable is being modified (which is not very good idea)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Variable Scope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228600" y="1066801"/>
            <a:ext cx="8915400" cy="2590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How to use variables of one function in another?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Pass variables as arguments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Use / Store the return values from a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Ex. Write function to find max of three numbers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Write function to find max of five numbers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505200"/>
            <a:ext cx="7543800" cy="3229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Function within function</a:t>
            </a:r>
            <a:br>
              <a:rPr b="1" lang="en-US"/>
            </a:b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python allows function within a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variables of outside functions are directly accessible in inner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function can return another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trick of function within function is used in decorators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Lambda function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a function for single line operation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can take any number of parameters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doesn't have a name (anonymous)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creates a function object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1" lang="en-US"/>
              <a:t>Any normal function can also be used wherever lambda is used.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NOTE</a:t>
            </a:r>
            <a:r>
              <a:rPr lang="en-US"/>
              <a:t>:: This is not like a inline function. It is also as slow as normal function. Lambda function is not faster than normal function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Lambda function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193000" y="1600200"/>
            <a:ext cx="8852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</a:t>
            </a:r>
            <a:endParaRPr/>
          </a:p>
          <a:p>
            <a:pPr indent="-32575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(lambda x:print(x))(10) # print one integer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(lambda x:print(x))([4,5,6])#print a list</a:t>
            </a:r>
            <a:endParaRPr/>
          </a:p>
          <a:p>
            <a:pPr indent="-3124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Examples: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Sort list using lambda 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Sort characters based on their occurrence in other string</a:t>
            </a:r>
            <a:endParaRPr/>
          </a:p>
          <a:p>
            <a:pPr indent="-25908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Sort dictionary by value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1242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have Multiple operations in single line?</a:t>
            </a:r>
            <a:endParaRPr/>
          </a:p>
          <a:p>
            <a:pPr indent="-31242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to Assign name to a lambda function?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Higher Order Functions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Function which takes function as a parameter are called as higher order functions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 sorted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it takes key function as a parameter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Map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applies given function to all elements from iterable (list, string, etc)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0"/>
            <a:ext cx="8229600" cy="1036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Map Function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9906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applies a function to an iteratable object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object containing more than one element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map(fun , iteratable)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Numbers=[10,20,30]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result = map(lambda x: x**0.5, numbers)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r1 = map(math.sqrt,numbers)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Special case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Mapping function with two arguments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result = map(lambda x, y: x + y, numbers1, numbers2)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Generator Function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457200" y="1417638"/>
            <a:ext cx="8229600" cy="4983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function which behaves like an iterator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Iterator means like list or array or set, something on which you can run a loop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Generator functions have special approach of not storing all elements in the memory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Very memory efficient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Uses yield keyword and return is optional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Tuple comprehension gives a generator function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Yield keyword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332509" y="1600200"/>
            <a:ext cx="8510155" cy="4800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Syntax : yield &lt;value&gt;   or yield &lt;var name&gt;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Tells function to send current value of the variable to the calling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Yield suspends current function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Yield doesn’t stop the function execution!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Only sends one value at a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After yield </a:t>
            </a:r>
            <a:r>
              <a:rPr b="1" lang="en-US" u="sng"/>
              <a:t>state of the function is remembered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So, when generator function is used with next() function it keeps on giving next value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of generator function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def infinite_seq():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num =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while True: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yield num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num +=1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iseq= infinite_seq() # create iterator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n-US"/>
              <a:t>next(iseq) # access the values one by one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will every time return a next number infinitely!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But its not going to block your code like a infinite loop!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628650" y="1117023"/>
            <a:ext cx="7886700" cy="717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Application of Generator Functions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628650" y="2049823"/>
            <a:ext cx="7886700" cy="4579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Process a large file line by line</a:t>
            </a:r>
            <a:endParaRPr/>
          </a:p>
          <a:p>
            <a:pPr indent="-18542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def csv_reader(filename):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with open(filename) as f: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for row in f: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yield row</a:t>
            </a:r>
            <a:endParaRPr/>
          </a:p>
          <a:p>
            <a:pPr indent="-18542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My_csv_gen = csv_reader(filename)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Now use this ‘My_csv_gen’ with a for loop to extract data line by line</a:t>
            </a:r>
            <a:endParaRPr/>
          </a:p>
          <a:p>
            <a:pPr indent="-18542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Working of csv_reader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2022-11-29T10:08:25Z</dcterms:created>
  <dc:creator>cdacstaff</dc:creator>
</cp:coreProperties>
</file>