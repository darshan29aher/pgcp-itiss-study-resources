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ni11MsaSZJDtrFaH8Y5TunaXD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ec99ff37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ec99ff3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ec99ff37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ec99ff3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ealpython.com/primer-on-python-decorators/" TargetMode="External"/><Relationship Id="rId4" Type="http://schemas.openxmlformats.org/officeDocument/2006/relationships/hyperlink" Target="https://stackoverflow.com/questions/739654/how-do-i-make-function-decorators-and-chain-them-togeth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Decorators in Python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Decorators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decorators wrap a function, modifying its behavior.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functionalities can be added before or after execution of the function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be used for pre-requisite checks on parameters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Can help avoid errors due to wrong type of inputs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Check user login session is active, before executing a code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16017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Decorator Creation Template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5896303"/>
            <a:ext cx="10515600" cy="800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@decorator is a valid decorator in python</a:t>
            </a:r>
            <a:endParaRPr/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54671"/>
            <a:ext cx="105156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Decorator Creation Template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166648"/>
            <a:ext cx="10515600" cy="5454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Explanation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valid Decorator a higher order function ( decorator in our example)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takes user defined function as argument ( func in our example)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functools.wraps is used to have right doc string when help() is used to find doc string of user defined function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Inside decorator we create an inner function ‘wrapper_decorator’ which will add extra code before and after the user defined function call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‘wrapper_decorator’ takes *arg and **kwarg arguments.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Means it can accept any type of arguments and any number of arguments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inside ‘wrapper_decorator’ function, user defined function is called using  arg and kwarg parameters.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Returned value from the user defined function is captured in a variable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processing which needs to be done after call of the function, is performed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Then ‘wrapper_decorator’ function returns value given by user defined function.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complete ‘wrapper_decorator’ function is returned by the decorator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ec99ff376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1: Simple Decorator hi bye</a:t>
            </a:r>
            <a:endParaRPr/>
          </a:p>
        </p:txBody>
      </p:sp>
      <p:pic>
        <p:nvPicPr>
          <p:cNvPr id="110" name="Google Shape;110;g3dec99ff376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00" y="1690825"/>
            <a:ext cx="10787549" cy="474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ec99ff376_0_0"/>
          <p:cNvSpPr txBox="1"/>
          <p:nvPr>
            <p:ph type="title"/>
          </p:nvPr>
        </p:nvSpPr>
        <p:spPr>
          <a:xfrm>
            <a:off x="403400" y="141025"/>
            <a:ext cx="10950300" cy="93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2: Decorator to check execution time</a:t>
            </a:r>
            <a:endParaRPr/>
          </a:p>
        </p:txBody>
      </p:sp>
      <p:pic>
        <p:nvPicPr>
          <p:cNvPr id="116" name="Google Shape;116;g3dec99ff37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5" y="1075825"/>
            <a:ext cx="10950299" cy="56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185825"/>
            <a:ext cx="105156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Extra</a:t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838200" y="1113125"/>
            <a:ext cx="10515600" cy="51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Decorators on classes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There can be decorator functions which wrap a class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Ex. Decorator to create a singleton class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Several decorators on one function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Decorators with arguments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Decorators that can optionally take arguments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Stateful decorators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Classes as decorators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Further reading : </a:t>
            </a:r>
            <a:r>
              <a:rPr lang="en-US" sz="2600" u="sng">
                <a:solidFill>
                  <a:schemeClr val="hlink"/>
                </a:solidFill>
                <a:hlinkClick r:id="rId3"/>
              </a:rPr>
              <a:t>https://realpython.com/primer-on-python-decorators/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2600" u="sng">
                <a:solidFill>
                  <a:schemeClr val="hlink"/>
                </a:solidFill>
                <a:hlinkClick r:id="rId4"/>
              </a:rPr>
              <a:t>https://stackoverflow.com/questions/739654/how-do-i-make-function-decorators-and-chain-them-together</a:t>
            </a:r>
            <a:r>
              <a:rPr lang="en-US" sz="2600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2024-01-24T07:23:48Z</dcterms:created>
  <dc:creator>cdacstaff</dc:creator>
</cp:coreProperties>
</file>