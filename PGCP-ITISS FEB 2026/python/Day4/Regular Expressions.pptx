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g/0j3o7itghNiBFJXJkKT3AhWh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" name="Google Shape;1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1" name="Google Shape;41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4"/>
          <p:cNvSpPr txBox="1"/>
          <p:nvPr/>
        </p:nvSpPr>
        <p:spPr>
          <a:xfrm rot="-2428895">
            <a:off x="3776846" y="3478460"/>
            <a:ext cx="159030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IACSD</a:t>
            </a:r>
            <a:endParaRPr b="1" i="0" sz="44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Regular Expressions in Python</a:t>
            </a:r>
            <a:endParaRPr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Regular Expressions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Like a language in itself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Used to match patterns in text data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Widely used in text analytics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457200" y="76200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Special characters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457200" y="9144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. (dot) : Can match any character except “\n”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^ (caret): matches the start of the string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$ : matches end of the string OR just before “\n” at end of the string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Example:[“iacsd”,”show”,”is”,”was5”,”have12”]</a:t>
            </a:r>
            <a:endParaRPr/>
          </a:p>
          <a:p>
            <a:pPr indent="-299085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Regex1: “^s”  : match show</a:t>
            </a:r>
            <a:endParaRPr/>
          </a:p>
          <a:p>
            <a:pPr indent="-299085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Regex2: “s” : match iacsd,show,is,was5</a:t>
            </a:r>
            <a:endParaRPr/>
          </a:p>
          <a:p>
            <a:pPr indent="-299085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Regex3: “s$”: match is</a:t>
            </a:r>
            <a:endParaRPr/>
          </a:p>
          <a:p>
            <a:pPr indent="-299085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Regex4: “^.a” : match iacsd , was , have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Simple Regex matching Procedure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Left to right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Try to match the first character from regex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When found, try to match second from that place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Like this try to match complete pattern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NOTE: There are advanced Regex which may behave differently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Special characters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304800" y="1066800"/>
            <a:ext cx="8686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Square Brackets [ ]</a:t>
            </a:r>
            <a:r>
              <a:rPr lang="en-US"/>
              <a:t>: Matches one of the character mensioned in the brackets, can give range also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[abc] : match first ONE character from a, or b, or 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S1=“45a” : match ‘a’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S2=“bac” : match ‘b’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S3=“9890” : no match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Inside square bracket ^ (caret): </a:t>
            </a:r>
            <a:r>
              <a:rPr lang="en-US"/>
              <a:t>it will exclude the characters in bracket and match ONE character from all others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[^abc] : match first ONE character from all characters except a,b,c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S1= “9890”: match 9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S2=“hdfc”: match 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S3=“abcd” : match 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S4=“abcabc” : No match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Special characters</a:t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* : Matches with 0 or n occurrences of previous character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r* -&gt; matches -&gt; ‘’ , ‘r’, ‘rr’ , ‘rrrrrrrr’, etc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+ : Matches with 1 or n occurrences of pervious character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r+  -&gt; matches -&gt; ‘r’ , ‘rr’ , ‘rrrr’, etc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? : Matches 0 or 1 occurrences of previous character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Special Characters</a:t>
            </a:r>
            <a:endParaRPr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{m} : exactly matches m continous occurrences of previous character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R{4} matches ‘RRRR’ and not ‘R’ or ‘RRRRR’ (it will match only first 4 R and not all 5 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{m,n} : matches as many continous repetitions, minimum ‘m’ and maximum ‘n’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w{2,4} : matches ‘wwww’ : 4 repetitions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w{2,4} : matches ‘www’ : 3 repetitions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Regex1 = "a.d"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S1 = "add this to mobile"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S2 = "this is addition a d"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S3 = "saad is a good name"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S4 = "add and substract"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Which string and how many matches ?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228600" y="1295400"/>
            <a:ext cx="8458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regex="^[a-f][^0-9]"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S1 = 'aaaa'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S2= 'a2z’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S3 = 'z22'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S4 = 'dog1'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S5 = 'DD'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S6 = 'fH'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S7 = 'g5bb‘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Which string and how many matches ?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457200" y="13716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Regex1 = “i*”    Regex2=“si*”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S1=“iacsd”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S2=“sii”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S3=“abc”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Regex3 = “i+”    Regex4=“si+”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Which string and how many matches ?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Syntax for re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228600" y="1295400"/>
            <a:ext cx="84582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import 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re.match(regex,input_string)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ONLY match from start of the string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Return None if no match or return first match only  using  match object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re.search(regex,input_string)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Search complete string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Return None if no match or return first match only using match object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re.findall(regex,input_string)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Find all possible matches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Returns list of all matches</a:t>
            </a:r>
            <a:endParaRPr/>
          </a:p>
          <a:p>
            <a:pPr indent="-147955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Regex can be used in string split and sub functions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Syntax for re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457200" y="1295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match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Returned from match() / search()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Print matched part of string : m[0]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Print the start and end of matched span: m.span()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regex=“w{2}”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s=“wwrteww”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 =  re.search("w{2}",s)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print(m[0])  -&gt; “ww”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m.span() -&gt; (0,2) # start and end point of matched part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Write regex to match “COLOUR” word from uk english and “COLOR” from us english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Write regex to match dd/mm/yy format of date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cdacstaff</dc:creator>
</cp:coreProperties>
</file>