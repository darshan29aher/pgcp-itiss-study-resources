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8" roundtripDataSignature="AMtx7mihlpcoL/bbRVCYTtnItChbyF+Ke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38" Type="http://customschemas.google.com/relationships/presentationmetadata" Target="meta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5" name="Google Shape;105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1" name="Google Shape;111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7" name="Google Shape;117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3" name="Google Shape;123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9" name="Google Shape;129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5" name="Google Shape;135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1" name="Google Shape;141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7" name="Google Shape;147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3" name="Google Shape;153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0" name="Google Shape;160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6" name="Google Shape;166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2" name="Google Shape;172;p4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8" name="Google Shape;178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4" name="Google Shape;184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0" name="Google Shape;190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6" name="Google Shape;196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1" name="Google Shape;201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7" name="Google Shape;207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3" name="Google Shape;213;p4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9" name="Google Shape;219;p4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5" name="Google Shape;225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1" name="Google Shape;231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8" name="Google Shape;238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5" name="Google Shape;245;p4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1" name="Google Shape;251;p4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7" name="Google Shape;257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3" name="Google Shape;263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9" name="Google Shape;269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3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3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3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3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4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4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4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4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4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4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4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4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docs.python.org/3/tutorial/classes.html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OOP with Python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/>
              <a:t>By Dr Shantanu Pathak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OOP:Object Oriented Programming</a:t>
            </a:r>
            <a:endParaRPr/>
          </a:p>
        </p:txBody>
      </p:sp>
      <p:sp>
        <p:nvSpPr>
          <p:cNvPr id="91" name="Google Shape;91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Class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Bind data and method together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Object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Instance of class</a:t>
            </a:r>
            <a:endParaRPr/>
          </a:p>
          <a:p>
            <a:pPr indent="-121284" lvl="1" marL="7429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Example: Student Class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Attributes: name, roll no, mod1_marks, mod2_marks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Functions: display(), calc_total_marks()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OOP : Object Oriented Programming Features</a:t>
            </a:r>
            <a:endParaRPr/>
          </a:p>
        </p:txBody>
      </p:sp>
      <p:sp>
        <p:nvSpPr>
          <p:cNvPr id="97" name="Google Shape;97;p3"/>
          <p:cNvSpPr txBox="1"/>
          <p:nvPr>
            <p:ph idx="1" type="body"/>
          </p:nvPr>
        </p:nvSpPr>
        <p:spPr>
          <a:xfrm>
            <a:off x="228600" y="1600200"/>
            <a:ext cx="84582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/>
              <a:t>Encapsulation</a:t>
            </a:r>
            <a:r>
              <a:rPr lang="en-US"/>
              <a:t> : Data and methods are put together using a class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/>
              <a:t>Abstraction</a:t>
            </a:r>
            <a:r>
              <a:rPr lang="en-US"/>
              <a:t> : give only important details to the user using class and methods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/>
              <a:t>Inheritance</a:t>
            </a:r>
            <a:r>
              <a:rPr lang="en-US"/>
              <a:t> : Existing code can be easily reused using inheritance from base class to derived class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/>
              <a:t>Polymorphism</a:t>
            </a:r>
            <a:r>
              <a:rPr lang="en-US"/>
              <a:t> : functions can behave differently for different types of inputs, this gives generalization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/>
          <p:nvPr>
            <p:ph type="title"/>
          </p:nvPr>
        </p:nvSpPr>
        <p:spPr>
          <a:xfrm>
            <a:off x="381000" y="27432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Python Specific OOP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"/>
          <p:cNvSpPr txBox="1"/>
          <p:nvPr>
            <p:ph type="title"/>
          </p:nvPr>
        </p:nvSpPr>
        <p:spPr>
          <a:xfrm>
            <a:off x="457200" y="274638"/>
            <a:ext cx="8229600" cy="7921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Main Features of OOP in Python</a:t>
            </a:r>
            <a:endParaRPr/>
          </a:p>
        </p:txBody>
      </p:sp>
      <p:sp>
        <p:nvSpPr>
          <p:cNvPr id="108" name="Google Shape;108;p5"/>
          <p:cNvSpPr txBox="1"/>
          <p:nvPr>
            <p:ph idx="1" type="body"/>
          </p:nvPr>
        </p:nvSpPr>
        <p:spPr>
          <a:xfrm>
            <a:off x="457200" y="1066800"/>
            <a:ext cx="8229600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Everything in Python is an object, so classes are also objects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Programmer can create a class and its instances in python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Python Supports Object Oriented Programming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allows re-use of code in class by using inheritance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Multiple inheritance is allowed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Classes are dynamic, means created at runtime and can be modified after they are created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Class is created as a variable in current namespace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Current namespace can be module namespace/ function namespace/ another class namespace</a:t>
            </a:r>
            <a:endParaRPr/>
          </a:p>
          <a:p>
            <a:pPr indent="-15494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15494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15494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15494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Main Features of OOP in Python</a:t>
            </a:r>
            <a:endParaRPr/>
          </a:p>
        </p:txBody>
      </p:sp>
      <p:sp>
        <p:nvSpPr>
          <p:cNvPr id="114" name="Google Shape;114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All members of class including variables ( data members) and methods are PUBLIC. (like C++)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In methods first argument represents the object calling the method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Built-in classes can be extended by inheritance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Built-in operators can be redefined using inheritance (overriding)</a:t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Limitations of OOP with Python</a:t>
            </a:r>
            <a:endParaRPr/>
          </a:p>
        </p:txBody>
      </p:sp>
      <p:sp>
        <p:nvSpPr>
          <p:cNvPr id="120" name="Google Shape;120;p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Limitations: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Data hiding is limited in python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keywords</a:t>
            </a:r>
            <a:endParaRPr/>
          </a:p>
        </p:txBody>
      </p:sp>
      <p:sp>
        <p:nvSpPr>
          <p:cNvPr id="126" name="Google Shape;126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i="1" lang="en-US"/>
              <a:t>Self</a:t>
            </a:r>
            <a:r>
              <a:rPr lang="en-US"/>
              <a:t> keyword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Reference to current object calling the function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Used as first parameter in instance methods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Like ‘this’ keyword in java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‘self’ is a naming convention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Using other word for referencing to current object will make code less readable to other programmers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i="1" lang="en-US"/>
              <a:t>cls</a:t>
            </a:r>
            <a:r>
              <a:rPr lang="en-US"/>
              <a:t> keyword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Refers to current class which is calling the function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Used for class methods</a:t>
            </a:r>
            <a:endParaRPr/>
          </a:p>
          <a:p>
            <a:pPr indent="-121284" lvl="1" marL="7429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9"/>
          <p:cNvSpPr txBox="1"/>
          <p:nvPr>
            <p:ph type="title"/>
          </p:nvPr>
        </p:nvSpPr>
        <p:spPr>
          <a:xfrm>
            <a:off x="457200" y="274638"/>
            <a:ext cx="8229600" cy="7921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Attributes / Variables</a:t>
            </a:r>
            <a:endParaRPr/>
          </a:p>
        </p:txBody>
      </p:sp>
      <p:sp>
        <p:nvSpPr>
          <p:cNvPr id="132" name="Google Shape;132;p9"/>
          <p:cNvSpPr txBox="1"/>
          <p:nvPr>
            <p:ph idx="1" type="body"/>
          </p:nvPr>
        </p:nvSpPr>
        <p:spPr>
          <a:xfrm>
            <a:off x="457200" y="1143000"/>
            <a:ext cx="82296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Types: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b="1" lang="en-US"/>
              <a:t>1. Instance</a:t>
            </a:r>
            <a:r>
              <a:rPr lang="en-US"/>
              <a:t> variables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Can be created ONLY by using self keyword inside instance method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Accessible ONLY to current object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Always has to access using ‘self’ keyword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b="1" lang="en-US"/>
              <a:t>2. Class</a:t>
            </a:r>
            <a:r>
              <a:rPr lang="en-US"/>
              <a:t> Variables OR </a:t>
            </a:r>
            <a:r>
              <a:rPr b="1" lang="en-US"/>
              <a:t>static</a:t>
            </a:r>
            <a:r>
              <a:rPr lang="en-US"/>
              <a:t> variables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Can be created outside any method in class / inside a method using class name / cls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Can be created in any method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Accessible to all objects</a:t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0"/>
          <p:cNvSpPr txBox="1"/>
          <p:nvPr>
            <p:ph type="title"/>
          </p:nvPr>
        </p:nvSpPr>
        <p:spPr>
          <a:xfrm>
            <a:off x="457200" y="274638"/>
            <a:ext cx="8229600" cy="715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Attributes / Variables.. (cont.)</a:t>
            </a:r>
            <a:endParaRPr/>
          </a:p>
        </p:txBody>
      </p:sp>
      <p:sp>
        <p:nvSpPr>
          <p:cNvPr id="138" name="Google Shape;138;p10"/>
          <p:cNvSpPr txBox="1"/>
          <p:nvPr>
            <p:ph idx="1" type="body"/>
          </p:nvPr>
        </p:nvSpPr>
        <p:spPr>
          <a:xfrm>
            <a:off x="457200" y="1143000"/>
            <a:ext cx="8229600" cy="54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Can access and modify all variables directly outside class also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This is allowed in python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So all variables are public!!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Class/static variable is accessed outside class using class name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Instance variable can be accessed outside class using object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Mutable variables as class variables are discouraged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because modification by one instance will have effect on other instance’s class variable!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If class variable name and instance variable are same then attribute lookup prioritizes instance variable  </a:t>
            </a:r>
            <a:endParaRPr/>
          </a:p>
          <a:p>
            <a:pPr indent="-170180" lvl="0" marL="3429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170180" lvl="0" marL="3429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170180" lvl="0" marL="3429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Attributes / Variables.. (cont.)</a:t>
            </a:r>
            <a:endParaRPr/>
          </a:p>
        </p:txBody>
      </p:sp>
      <p:sp>
        <p:nvSpPr>
          <p:cNvPr id="144" name="Google Shape;144;p11"/>
          <p:cNvSpPr txBox="1"/>
          <p:nvPr>
            <p:ph idx="1" type="body"/>
          </p:nvPr>
        </p:nvSpPr>
        <p:spPr>
          <a:xfrm>
            <a:off x="457200" y="1295400"/>
            <a:ext cx="8229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Every instance of class has attribute __class__ which gives class name of that instance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Ex. object.__class__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Add or delete attributes to a single object is possible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You can add instance variable to a single object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This is not present in JAVA / C++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Be careful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This makes Python memory efficient specially when having big hierarchy of class inheritance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2"/>
          <p:cNvSpPr txBox="1"/>
          <p:nvPr>
            <p:ph type="title"/>
          </p:nvPr>
        </p:nvSpPr>
        <p:spPr>
          <a:xfrm>
            <a:off x="457200" y="46038"/>
            <a:ext cx="8229600" cy="868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Methods</a:t>
            </a:r>
            <a:endParaRPr/>
          </a:p>
        </p:txBody>
      </p:sp>
      <p:sp>
        <p:nvSpPr>
          <p:cNvPr id="150" name="Google Shape;150;p12"/>
          <p:cNvSpPr txBox="1"/>
          <p:nvPr>
            <p:ph idx="1" type="body"/>
          </p:nvPr>
        </p:nvSpPr>
        <p:spPr>
          <a:xfrm>
            <a:off x="457200" y="1066800"/>
            <a:ext cx="8229600" cy="54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Functions inside a class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Types: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Instance method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First parameter is </a:t>
            </a:r>
            <a:r>
              <a:rPr b="1" i="1" lang="en-US"/>
              <a:t>self (current object reference)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Class method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First parameter is </a:t>
            </a:r>
            <a:r>
              <a:rPr b="1" i="1" lang="en-US"/>
              <a:t>cls (calling class)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b="1" i="1" lang="en-US"/>
              <a:t>Decorator @classmethod</a:t>
            </a:r>
            <a:endParaRPr b="1" i="1"/>
          </a:p>
          <a:p>
            <a:pPr indent="-34290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Static method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No self or cls parameters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b="1" i="1" lang="en-US"/>
              <a:t>Decorator @staticmethod</a:t>
            </a:r>
            <a:endParaRPr b="1" i="1"/>
          </a:p>
          <a:p>
            <a:pPr indent="-342900" lvl="0" marL="342900" rtl="0" algn="l">
              <a:lnSpc>
                <a:spcPct val="100000"/>
              </a:lnSpc>
              <a:spcBef>
                <a:spcPts val="555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i="1" lang="en-US" sz="3000"/>
              <a:t>NOTE: Class method and static method are different in Python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3"/>
          <p:cNvSpPr txBox="1"/>
          <p:nvPr>
            <p:ph type="title"/>
          </p:nvPr>
        </p:nvSpPr>
        <p:spPr>
          <a:xfrm>
            <a:off x="457200" y="152400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Methods  … (cont.)</a:t>
            </a:r>
            <a:endParaRPr/>
          </a:p>
        </p:txBody>
      </p:sp>
      <p:sp>
        <p:nvSpPr>
          <p:cNvPr id="156" name="Google Shape;156;p13"/>
          <p:cNvSpPr txBox="1"/>
          <p:nvPr>
            <p:ph idx="1" type="body"/>
          </p:nvPr>
        </p:nvSpPr>
        <p:spPr>
          <a:xfrm>
            <a:off x="76200" y="1066801"/>
            <a:ext cx="8610600" cy="39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Instance Method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First argument should be ‘self’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Can access instance variables using self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Can read static / class variables using self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What happens when an instance method is called ?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Implicitly PVM calls the function using the class name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First argument is the object using which method is called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Ex. </a:t>
            </a:r>
            <a:endParaRPr/>
          </a:p>
        </p:txBody>
      </p:sp>
      <p:pic>
        <p:nvPicPr>
          <p:cNvPr id="157" name="Google Shape;15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47800" y="4572000"/>
            <a:ext cx="7162800" cy="21528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Constructor in Python</a:t>
            </a:r>
            <a:endParaRPr/>
          </a:p>
        </p:txBody>
      </p:sp>
      <p:sp>
        <p:nvSpPr>
          <p:cNvPr id="163" name="Google Shape;163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Python creates an object using __new__() method of class and then the newly created object is initialized using __init__() method of a class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__init__() in Python</a:t>
            </a:r>
            <a:endParaRPr/>
          </a:p>
        </p:txBody>
      </p:sp>
      <p:sp>
        <p:nvSpPr>
          <p:cNvPr id="169" name="Google Shape;169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It is used to initialize the object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It is a special method in python (dunder method)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Two time underscore init two times underscore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First argument “self”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IT IS COMPULSORY parameter!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Can have any number of parameters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Self is compulsory at first place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CANNOT overload __init__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It is always a instance method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5"/>
          <p:cNvSpPr txBox="1"/>
          <p:nvPr>
            <p:ph type="title"/>
          </p:nvPr>
        </p:nvSpPr>
        <p:spPr>
          <a:xfrm>
            <a:off x="457200" y="274638"/>
            <a:ext cx="8229600" cy="868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How Object is created in Python?</a:t>
            </a:r>
            <a:endParaRPr/>
          </a:p>
        </p:txBody>
      </p:sp>
      <p:sp>
        <p:nvSpPr>
          <p:cNvPr id="175" name="Google Shape;175;p45"/>
          <p:cNvSpPr txBox="1"/>
          <p:nvPr>
            <p:ph idx="1" type="body"/>
          </p:nvPr>
        </p:nvSpPr>
        <p:spPr>
          <a:xfrm>
            <a:off x="228600" y="1219200"/>
            <a:ext cx="8458200" cy="54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Obj_name = MyClass()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This calls the __new__(cls) method for MyClass.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In __new__(cls) memory is allocated to the object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Then __init__() is called with newly created object</a:t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Example: How to create class which has MAX 3 objects in memory ?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Override __new__(cls) method and using static variable _count to count the objects!!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6"/>
          <p:cNvSpPr txBox="1"/>
          <p:nvPr>
            <p:ph type="title"/>
          </p:nvPr>
        </p:nvSpPr>
        <p:spPr>
          <a:xfrm>
            <a:off x="457200" y="27709"/>
            <a:ext cx="8229600" cy="7921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Data Hiding in Python</a:t>
            </a:r>
            <a:endParaRPr/>
          </a:p>
        </p:txBody>
      </p:sp>
      <p:sp>
        <p:nvSpPr>
          <p:cNvPr id="181" name="Google Shape;181;p16"/>
          <p:cNvSpPr txBox="1"/>
          <p:nvPr>
            <p:ph idx="1" type="body"/>
          </p:nvPr>
        </p:nvSpPr>
        <p:spPr>
          <a:xfrm>
            <a:off x="457200" y="819871"/>
            <a:ext cx="8229600" cy="59619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8575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Gives syntax to hide the variable name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Thumb rule -&gt; use two underscore “__” before name of the variable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Cannot be directly accessed outside the class</a:t>
            </a:r>
            <a:endParaRPr/>
          </a:p>
          <a:p>
            <a:pPr indent="-121284" lvl="1" marL="7429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What happens inside? 🡪 name mangling is done!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When any variable is created with two underscores “__” before it , then python renames the variable as 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_ClassName__VarName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Because name of variable is changed now it can’t be accessed outside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b="1" lang="en-US"/>
              <a:t>Quote From documentation of python </a:t>
            </a:r>
            <a:r>
              <a:rPr lang="en-US"/>
              <a:t>: 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u="sng"/>
              <a:t>“In fact, nothing in Python makes it possible to enforce data hiding  it is all based upon convention.”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Ref :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https://docs.python.org/3/tutorial/classes.html</a:t>
            </a:r>
            <a:r>
              <a:rPr lang="en-US"/>
              <a:t> 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Common Attributes of every class</a:t>
            </a:r>
            <a:endParaRPr/>
          </a:p>
        </p:txBody>
      </p:sp>
      <p:sp>
        <p:nvSpPr>
          <p:cNvPr id="187" name="Google Shape;187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__dict__: Dictionary containing the class's name-space.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__doc__: Class documentation string or None( if undefined)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__name__: Class name.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__module__: Module name in which the class is defined. 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__bases__: tuple containing the base classes, in the order of their occurrence in the base class list.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Decorators in Python</a:t>
            </a:r>
            <a:endParaRPr/>
          </a:p>
        </p:txBody>
      </p:sp>
      <p:sp>
        <p:nvSpPr>
          <p:cNvPr id="193" name="Google Shape;193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decorators wrap a function, modifying its behavior.</a:t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Uses pie syntax (@decoratorname)</a:t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Decorator is also a function in python</a:t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Used for ease of syntax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9"/>
          <p:cNvSpPr txBox="1"/>
          <p:nvPr>
            <p:ph type="title"/>
          </p:nvPr>
        </p:nvSpPr>
        <p:spPr>
          <a:xfrm>
            <a:off x="533400" y="30480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Additional OOP Topics in Python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0"/>
          <p:cNvSpPr txBox="1"/>
          <p:nvPr>
            <p:ph type="title"/>
          </p:nvPr>
        </p:nvSpPr>
        <p:spPr>
          <a:xfrm>
            <a:off x="457200" y="274638"/>
            <a:ext cx="8229600" cy="7921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Inheritance</a:t>
            </a:r>
            <a:endParaRPr/>
          </a:p>
        </p:txBody>
      </p:sp>
      <p:sp>
        <p:nvSpPr>
          <p:cNvPr id="204" name="Google Shape;204;p20"/>
          <p:cNvSpPr txBox="1"/>
          <p:nvPr>
            <p:ph idx="1" type="body"/>
          </p:nvPr>
        </p:nvSpPr>
        <p:spPr>
          <a:xfrm>
            <a:off x="457200" y="1143000"/>
            <a:ext cx="8229600" cy="54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All types of Inheritance are allowed in Python</a:t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Multi level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Multiple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Hybrid</a:t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1"/>
          <p:cNvSpPr txBox="1"/>
          <p:nvPr>
            <p:ph type="title"/>
          </p:nvPr>
        </p:nvSpPr>
        <p:spPr>
          <a:xfrm>
            <a:off x="457200" y="274638"/>
            <a:ext cx="8229600" cy="7921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Inheritance</a:t>
            </a:r>
            <a:endParaRPr/>
          </a:p>
        </p:txBody>
      </p:sp>
      <p:sp>
        <p:nvSpPr>
          <p:cNvPr id="210" name="Google Shape;210;p21"/>
          <p:cNvSpPr txBox="1"/>
          <p:nvPr>
            <p:ph idx="1" type="body"/>
          </p:nvPr>
        </p:nvSpPr>
        <p:spPr>
          <a:xfrm>
            <a:off x="457200" y="1066800"/>
            <a:ext cx="8229600" cy="54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What Child class can inherit?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All attributes and methods (functions)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Instance variables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Instance methods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Exercise : check class variable , class method and static method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Python allows Method Overriding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Method can have same name in parent and child class but can have different implementation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All methods in a class are virtual by default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Means any method in base class can be overridden by its derived class</a:t>
            </a:r>
            <a:endParaRPr/>
          </a:p>
          <a:p>
            <a:pPr indent="-1079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4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How to call Parent Constructor/method?</a:t>
            </a:r>
            <a:endParaRPr/>
          </a:p>
        </p:txBody>
      </p:sp>
      <p:sp>
        <p:nvSpPr>
          <p:cNvPr id="216" name="Google Shape;216;p4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Parents Default constructor is called automatically</a:t>
            </a:r>
            <a:endParaRPr/>
          </a:p>
          <a:p>
            <a:pPr indent="-170180" lvl="0" marL="3429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For Parameterized Constructor/init: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super().__init__() : Used to call if single parent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&lt;Parent Class&gt;.__init__() : used when multiple inheritance is present</a:t>
            </a:r>
            <a:endParaRPr/>
          </a:p>
          <a:p>
            <a:pPr indent="-170180" lvl="0" marL="3429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NOTE: super() is useful for accessing inherited methods that have been overridden in a class.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ex. super().method1()</a:t>
            </a:r>
            <a:endParaRPr/>
          </a:p>
          <a:p>
            <a:pPr indent="-170180" lvl="0" marL="3429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Private / Protected Variables  ;)</a:t>
            </a:r>
            <a:endParaRPr/>
          </a:p>
        </p:txBody>
      </p:sp>
      <p:sp>
        <p:nvSpPr>
          <p:cNvPr id="222" name="Google Shape;222;p4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Only convention  / Understanding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If variable name has a single “_” then it should be considered as private and should not be modified by child class</a:t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Name Mangling: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Variable with two “__” is changed its name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Method OVER-RIDING</a:t>
            </a:r>
            <a:endParaRPr/>
          </a:p>
        </p:txBody>
      </p:sp>
      <p:sp>
        <p:nvSpPr>
          <p:cNvPr id="228" name="Google Shape;228;p2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There are two options in Python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1. Replace the method of Base class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2. Extend the method in Base class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This adds functionality to Base Class Function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So, it first calls the Base Class method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Then adds extra operations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Method OVER-RIDING … (cont.)</a:t>
            </a:r>
            <a:endParaRPr/>
          </a:p>
        </p:txBody>
      </p:sp>
      <p:sp>
        <p:nvSpPr>
          <p:cNvPr id="234" name="Google Shape;234;p23"/>
          <p:cNvSpPr txBox="1"/>
          <p:nvPr>
            <p:ph idx="1" type="body"/>
          </p:nvPr>
        </p:nvSpPr>
        <p:spPr>
          <a:xfrm>
            <a:off x="228600" y="1607127"/>
            <a:ext cx="2895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Replace method in base class</a:t>
            </a:r>
            <a:endParaRPr/>
          </a:p>
        </p:txBody>
      </p:sp>
      <p:pic>
        <p:nvPicPr>
          <p:cNvPr id="235" name="Google Shape;23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0" y="1600200"/>
            <a:ext cx="6096000" cy="472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Method OVER-RIDING … (cont.)</a:t>
            </a:r>
            <a:endParaRPr/>
          </a:p>
        </p:txBody>
      </p:sp>
      <p:sp>
        <p:nvSpPr>
          <p:cNvPr id="241" name="Google Shape;241;p24"/>
          <p:cNvSpPr txBox="1"/>
          <p:nvPr>
            <p:ph idx="1" type="body"/>
          </p:nvPr>
        </p:nvSpPr>
        <p:spPr>
          <a:xfrm>
            <a:off x="276029" y="1600200"/>
            <a:ext cx="2895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Extend method in base class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Using super()</a:t>
            </a:r>
            <a:endParaRPr/>
          </a:p>
        </p:txBody>
      </p:sp>
      <p:pic>
        <p:nvPicPr>
          <p:cNvPr id="242" name="Google Shape;24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71629" y="1471339"/>
            <a:ext cx="5667571" cy="50056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__repr__() vs __str__()</a:t>
            </a:r>
            <a:endParaRPr/>
          </a:p>
        </p:txBody>
      </p:sp>
      <p:sp>
        <p:nvSpPr>
          <p:cNvPr id="248" name="Google Shape;248;p4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str  : is used to give user friendly and readable object representation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If str function is not defined for an object then its repr method is called</a:t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repr  : is used to give debugging friendly messages to programmer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Operator Over-riding/ Overloading</a:t>
            </a:r>
            <a:endParaRPr/>
          </a:p>
        </p:txBody>
      </p:sp>
      <p:sp>
        <p:nvSpPr>
          <p:cNvPr id="254" name="Google Shape;254;p4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Take the relevant method related to the operator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Give relevant number of parameters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Self , other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Perform the operation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Return new object of the same class</a:t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Exercise</a:t>
            </a:r>
            <a:endParaRPr/>
          </a:p>
        </p:txBody>
      </p:sp>
      <p:sp>
        <p:nvSpPr>
          <p:cNvPr id="260" name="Google Shape;260;p2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Create simple Multi level inheritance</a:t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Base Class Employee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Child Class Manager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Abstract Classes and Methods</a:t>
            </a:r>
            <a:endParaRPr/>
          </a:p>
        </p:txBody>
      </p:sp>
      <p:sp>
        <p:nvSpPr>
          <p:cNvPr id="266" name="Google Shape;266;p2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Any Class which inherits ABC class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It cannot be instantiated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Can have Abstract method </a:t>
            </a:r>
            <a:endParaRPr/>
          </a:p>
          <a:p>
            <a:pPr indent="-15494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Abstract Method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Created using @abstract method decorator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May not have any implementation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Can only be written using “…” inside it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NOTE: For ABC and @abstractmethod package ‘abc’ needs to be imported</a:t>
            </a:r>
            <a:endParaRPr/>
          </a:p>
          <a:p>
            <a:pPr indent="-15494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15494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Casting In Python</a:t>
            </a:r>
            <a:endParaRPr/>
          </a:p>
        </p:txBody>
      </p:sp>
      <p:sp>
        <p:nvSpPr>
          <p:cNvPr id="272" name="Google Shape;272;p3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Python doesn’t support casting!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NO upcasting or downcasting!</a:t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cdacstaff</dc:creator>
</cp:coreProperties>
</file>