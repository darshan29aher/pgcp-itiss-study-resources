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g9SVHc0ZKhrM6Vsll7QC8unfch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89C61E-6ADE-4EF3-988D-4AB3D7A9FAD2}">
  <a:tblStyle styleId="{A489C61E-6ADE-4EF3-988D-4AB3D7A9FAD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1143001"/>
            <a:ext cx="7772400" cy="2457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Static vs instance vs class Methods and Variables</a:t>
            </a:r>
            <a:endParaRPr sz="54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Dr Shantanu Pathak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2"/>
          <p:cNvGraphicFramePr/>
          <p:nvPr/>
        </p:nvGraphicFramePr>
        <p:xfrm>
          <a:off x="228600" y="15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{A489C61E-6ADE-4EF3-988D-4AB3D7A9FAD2}</a:tableStyleId>
              </a:tblPr>
              <a:tblGrid>
                <a:gridCol w="4343400"/>
                <a:gridCol w="4343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Instance Variable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Static Variable or Class Variable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Created using self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Ex. Self.empid=10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-457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AutoNum type="arabicPeriod"/>
                      </a:pPr>
                      <a:r>
                        <a:rPr lang="en-US" sz="2000"/>
                        <a:t>Created outside any method in class </a:t>
                      </a:r>
                      <a:endParaRPr/>
                    </a:p>
                    <a:p>
                      <a:pPr indent="-457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AutoNum type="arabicPeriod"/>
                      </a:pPr>
                      <a:r>
                        <a:rPr lang="en-US" sz="2000"/>
                        <a:t>inside any method using class name </a:t>
                      </a:r>
                      <a:endParaRPr/>
                    </a:p>
                    <a:p>
                      <a:pPr indent="-457200" lvl="0" marL="4572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AutoNum type="arabicPeriod"/>
                      </a:pPr>
                      <a:r>
                        <a:rPr lang="en-US" sz="2000"/>
                        <a:t>Inside a class method using cls</a:t>
                      </a:r>
                      <a:endParaRPr sz="20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Access(read / write) outside class: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Using object name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Ex. Emp1.empid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Access(read / write) outside class: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Using class name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Ex. Employee.company_name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Different memory allocated for instance variable for every object 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Memory is</a:t>
                      </a:r>
                      <a:r>
                        <a:rPr lang="en-US" sz="2400"/>
                        <a:t> allocated only once and class variable is shared in all objects</a:t>
                      </a:r>
                      <a:endParaRPr sz="24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Cannot access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Using</a:t>
                      </a:r>
                      <a:r>
                        <a:rPr lang="en-US" sz="2400"/>
                        <a:t> just class name</a:t>
                      </a:r>
                      <a:endParaRPr sz="2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Cannot Access: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/>
                        <a:t>Using self if we try to modify, class</a:t>
                      </a:r>
                      <a:r>
                        <a:rPr lang="en-US" sz="2400"/>
                        <a:t> variable then it creates an instance variable</a:t>
                      </a:r>
                      <a:endParaRPr sz="2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Google Shape;95;p3"/>
          <p:cNvGraphicFramePr/>
          <p:nvPr/>
        </p:nvGraphicFramePr>
        <p:xfrm>
          <a:off x="228600" y="228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{A489C61E-6ADE-4EF3-988D-4AB3D7A9FAD2}</a:tableStyleId>
              </a:tblPr>
              <a:tblGrid>
                <a:gridCol w="2743200"/>
                <a:gridCol w="2743200"/>
                <a:gridCol w="2743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Instance Method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Method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Static method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First parameter : self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First parameter : cls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cls or self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Variable accessed 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Instance variables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variables / static variable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Variable accessed 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Class variables / static variable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strike="sngStrike"/>
                        <a:t>Instance variables </a:t>
                      </a:r>
                      <a:r>
                        <a:rPr lang="en-US" sz="1800" strike="noStrike"/>
                        <a:t>NOT Accessed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Variable accessed 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Class variables / static variable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strike="sngStrike"/>
                        <a:t>Instance variables </a:t>
                      </a:r>
                      <a:r>
                        <a:rPr lang="en-US" sz="1800" strike="noStrike"/>
                        <a:t>NOT Accessed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Instance</a:t>
                      </a:r>
                      <a:r>
                        <a:rPr lang="en-US" sz="1800"/>
                        <a:t> variable access : using self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trike="noStrike"/>
                        <a:t>NOT Accessed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strike="noStrike"/>
                        <a:t>NOT Accessed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 modify: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 Class name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 modify: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 Class name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</a:t>
                      </a:r>
                      <a:r>
                        <a:rPr lang="en-US" sz="1800"/>
                        <a:t> cls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 modify: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 Class name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 print / read: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 Class name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Using self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 modify: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 Class name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</a:t>
                      </a:r>
                      <a:r>
                        <a:rPr lang="en-US" sz="1800"/>
                        <a:t> cls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Class Variable modify: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Using Class name 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No decorator required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@classmethod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@staticmethod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How call outside class: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/>
                        <a:t>Using object 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/>
                        <a:t>How call outside class: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/>
                        <a:t>Using class name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/>
                        <a:t>Using object 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/>
                        <a:t>How call outside class: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/>
                        <a:t>Using class name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/>
                        <a:t>Using object name</a:t>
                      </a:r>
                      <a:endParaRPr b="1"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cdacstaff</dc:creator>
</cp:coreProperties>
</file>